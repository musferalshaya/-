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4"/>
  </p:notesMasterIdLst>
  <p:sldIdLst>
    <p:sldId id="256" r:id="rId2"/>
    <p:sldId id="261" r:id="rId3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مسفر سعيد القحطاني" userId="3549cfe6-054a-420d-b887-0845d6625c90" providerId="ADAL" clId="{E8983ED4-5F17-4430-A2C6-2AFB0C09424E}"/>
    <pc:docChg chg="undo redo custSel mod addSld delSld modSld modRtl">
      <pc:chgData name="مسفر سعيد القحطاني" userId="3549cfe6-054a-420d-b887-0845d6625c90" providerId="ADAL" clId="{E8983ED4-5F17-4430-A2C6-2AFB0C09424E}" dt="2025-12-01T13:56:21.090" v="1550" actId="1035"/>
      <pc:docMkLst>
        <pc:docMk/>
      </pc:docMkLst>
      <pc:sldChg chg="addSp delSp modSp new del mod modClrScheme chgLayout">
        <pc:chgData name="مسفر سعيد القحطاني" userId="3549cfe6-054a-420d-b887-0845d6625c90" providerId="ADAL" clId="{E8983ED4-5F17-4430-A2C6-2AFB0C09424E}" dt="2025-11-30T10:36:24.384" v="43" actId="47"/>
        <pc:sldMkLst>
          <pc:docMk/>
          <pc:sldMk cId="3078481231" sldId="256"/>
        </pc:sldMkLst>
        <pc:spChg chg="del">
          <ac:chgData name="مسفر سعيد القحطاني" userId="3549cfe6-054a-420d-b887-0845d6625c90" providerId="ADAL" clId="{E8983ED4-5F17-4430-A2C6-2AFB0C09424E}" dt="2025-11-30T10:26:58.465" v="3" actId="700"/>
          <ac:spMkLst>
            <pc:docMk/>
            <pc:sldMk cId="3078481231" sldId="256"/>
            <ac:spMk id="2" creationId="{466C61C2-4241-731B-1ACF-6CAF10A67C24}"/>
          </ac:spMkLst>
        </pc:spChg>
        <pc:spChg chg="del">
          <ac:chgData name="مسفر سعيد القحطاني" userId="3549cfe6-054a-420d-b887-0845d6625c90" providerId="ADAL" clId="{E8983ED4-5F17-4430-A2C6-2AFB0C09424E}" dt="2025-11-30T10:26:58.465" v="3" actId="700"/>
          <ac:spMkLst>
            <pc:docMk/>
            <pc:sldMk cId="3078481231" sldId="256"/>
            <ac:spMk id="3" creationId="{40B126D0-A967-6CA0-DA7B-38FED4134D18}"/>
          </ac:spMkLst>
        </pc:spChg>
        <pc:spChg chg="add mod">
          <ac:chgData name="مسفر سعيد القحطاني" userId="3549cfe6-054a-420d-b887-0845d6625c90" providerId="ADAL" clId="{E8983ED4-5F17-4430-A2C6-2AFB0C09424E}" dt="2025-11-30T10:25:57.433" v="1"/>
          <ac:spMkLst>
            <pc:docMk/>
            <pc:sldMk cId="3078481231" sldId="256"/>
            <ac:spMk id="5" creationId="{61BA5593-7D6C-140A-F139-F8DEBC881BBE}"/>
          </ac:spMkLst>
        </pc:spChg>
        <pc:graphicFrameChg chg="add del mod modGraphic">
          <ac:chgData name="مسفر سعيد القحطاني" userId="3549cfe6-054a-420d-b887-0845d6625c90" providerId="ADAL" clId="{E8983ED4-5F17-4430-A2C6-2AFB0C09424E}" dt="2025-11-30T10:32:01.372" v="39" actId="478"/>
          <ac:graphicFrameMkLst>
            <pc:docMk/>
            <pc:sldMk cId="3078481231" sldId="256"/>
            <ac:graphicFrameMk id="4" creationId="{AB56BBB8-C358-F1EF-6947-F416584C36F0}"/>
          </ac:graphicFrameMkLst>
        </pc:graphicFrameChg>
      </pc:sldChg>
      <pc:sldChg chg="addSp modSp add mod">
        <pc:chgData name="مسفر سعيد القحطاني" userId="3549cfe6-054a-420d-b887-0845d6625c90" providerId="ADAL" clId="{E8983ED4-5F17-4430-A2C6-2AFB0C09424E}" dt="2025-12-01T13:55:59.173" v="1541" actId="164"/>
        <pc:sldMkLst>
          <pc:docMk/>
          <pc:sldMk cId="3885568361" sldId="256"/>
        </pc:sldMkLst>
        <pc:spChg chg="add mod">
          <ac:chgData name="مسفر سعيد القحطاني" userId="3549cfe6-054a-420d-b887-0845d6625c90" providerId="ADAL" clId="{E8983ED4-5F17-4430-A2C6-2AFB0C09424E}" dt="2025-12-01T13:55:59.173" v="1541" actId="164"/>
          <ac:spMkLst>
            <pc:docMk/>
            <pc:sldMk cId="3885568361" sldId="256"/>
            <ac:spMk id="2" creationId="{BBBE5482-A0BD-86F8-E83E-0B72B824AF01}"/>
          </ac:spMkLst>
        </pc:spChg>
        <pc:spChg chg="mod">
          <ac:chgData name="مسفر سعيد القحطاني" userId="3549cfe6-054a-420d-b887-0845d6625c90" providerId="ADAL" clId="{E8983ED4-5F17-4430-A2C6-2AFB0C09424E}" dt="2025-12-01T13:50:41.725" v="1392" actId="1076"/>
          <ac:spMkLst>
            <pc:docMk/>
            <pc:sldMk cId="3885568361" sldId="256"/>
            <ac:spMk id="6" creationId="{00000000-0000-0000-0000-000000000000}"/>
          </ac:spMkLst>
        </pc:spChg>
        <pc:spChg chg="mod">
          <ac:chgData name="مسفر سعيد القحطاني" userId="3549cfe6-054a-420d-b887-0845d6625c90" providerId="ADAL" clId="{E8983ED4-5F17-4430-A2C6-2AFB0C09424E}" dt="2025-12-01T13:51:08.197" v="1396" actId="1076"/>
          <ac:spMkLst>
            <pc:docMk/>
            <pc:sldMk cId="3885568361" sldId="256"/>
            <ac:spMk id="7" creationId="{00000000-0000-0000-0000-000000000000}"/>
          </ac:spMkLst>
        </pc:spChg>
        <pc:spChg chg="mod">
          <ac:chgData name="مسفر سعيد القحطاني" userId="3549cfe6-054a-420d-b887-0845d6625c90" providerId="ADAL" clId="{E8983ED4-5F17-4430-A2C6-2AFB0C09424E}" dt="2025-12-01T13:50:55.517" v="1394" actId="1076"/>
          <ac:spMkLst>
            <pc:docMk/>
            <pc:sldMk cId="3885568361" sldId="256"/>
            <ac:spMk id="8" creationId="{00000000-0000-0000-0000-000000000000}"/>
          </ac:spMkLst>
        </pc:spChg>
        <pc:spChg chg="mod">
          <ac:chgData name="مسفر سعيد القحطاني" userId="3549cfe6-054a-420d-b887-0845d6625c90" providerId="ADAL" clId="{E8983ED4-5F17-4430-A2C6-2AFB0C09424E}" dt="2025-12-01T13:51:00.188" v="1395" actId="1076"/>
          <ac:spMkLst>
            <pc:docMk/>
            <pc:sldMk cId="3885568361" sldId="256"/>
            <ac:spMk id="9" creationId="{00000000-0000-0000-0000-000000000000}"/>
          </ac:spMkLst>
        </pc:spChg>
        <pc:spChg chg="mod">
          <ac:chgData name="مسفر سعيد القحطاني" userId="3549cfe6-054a-420d-b887-0845d6625c90" providerId="ADAL" clId="{E8983ED4-5F17-4430-A2C6-2AFB0C09424E}" dt="2025-12-01T13:49:03.304" v="1328" actId="14100"/>
          <ac:spMkLst>
            <pc:docMk/>
            <pc:sldMk cId="3885568361" sldId="256"/>
            <ac:spMk id="10" creationId="{00000000-0000-0000-0000-000000000000}"/>
          </ac:spMkLst>
        </pc:spChg>
        <pc:spChg chg="mod">
          <ac:chgData name="مسفر سعيد القحطاني" userId="3549cfe6-054a-420d-b887-0845d6625c90" providerId="ADAL" clId="{E8983ED4-5F17-4430-A2C6-2AFB0C09424E}" dt="2025-12-01T13:55:59.173" v="1541" actId="164"/>
          <ac:spMkLst>
            <pc:docMk/>
            <pc:sldMk cId="3885568361" sldId="256"/>
            <ac:spMk id="13" creationId="{00000000-0000-0000-0000-000000000000}"/>
          </ac:spMkLst>
        </pc:spChg>
        <pc:spChg chg="mod">
          <ac:chgData name="مسفر سعيد القحطاني" userId="3549cfe6-054a-420d-b887-0845d6625c90" providerId="ADAL" clId="{E8983ED4-5F17-4430-A2C6-2AFB0C09424E}" dt="2025-12-01T13:55:59.173" v="1541" actId="164"/>
          <ac:spMkLst>
            <pc:docMk/>
            <pc:sldMk cId="3885568361" sldId="256"/>
            <ac:spMk id="14" creationId="{00000000-0000-0000-0000-000000000000}"/>
          </ac:spMkLst>
        </pc:spChg>
        <pc:grpChg chg="add mod">
          <ac:chgData name="مسفر سعيد القحطاني" userId="3549cfe6-054a-420d-b887-0845d6625c90" providerId="ADAL" clId="{E8983ED4-5F17-4430-A2C6-2AFB0C09424E}" dt="2025-12-01T13:55:59.173" v="1541" actId="164"/>
          <ac:grpSpMkLst>
            <pc:docMk/>
            <pc:sldMk cId="3885568361" sldId="256"/>
            <ac:grpSpMk id="3" creationId="{7D5E0A8E-B4B7-E59F-0665-F3D23768CC52}"/>
          </ac:grpSpMkLst>
        </pc:grpChg>
        <pc:graphicFrameChg chg="mod modGraphic">
          <ac:chgData name="مسفر سعيد القحطاني" userId="3549cfe6-054a-420d-b887-0845d6625c90" providerId="ADAL" clId="{E8983ED4-5F17-4430-A2C6-2AFB0C09424E}" dt="2025-12-01T13:46:37.708" v="1211" actId="1035"/>
          <ac:graphicFrameMkLst>
            <pc:docMk/>
            <pc:sldMk cId="3885568361" sldId="256"/>
            <ac:graphicFrameMk id="11" creationId="{00000000-0000-0000-0000-000000000000}"/>
          </ac:graphicFrameMkLst>
        </pc:graphicFrameChg>
      </pc:sldChg>
      <pc:sldChg chg="new del">
        <pc:chgData name="مسفر سعيد القحطاني" userId="3549cfe6-054a-420d-b887-0845d6625c90" providerId="ADAL" clId="{E8983ED4-5F17-4430-A2C6-2AFB0C09424E}" dt="2025-11-30T10:36:27.964" v="44" actId="47"/>
        <pc:sldMkLst>
          <pc:docMk/>
          <pc:sldMk cId="2592935237" sldId="257"/>
        </pc:sldMkLst>
      </pc:sldChg>
      <pc:sldChg chg="add del">
        <pc:chgData name="مسفر سعيد القحطاني" userId="3549cfe6-054a-420d-b887-0845d6625c90" providerId="ADAL" clId="{E8983ED4-5F17-4430-A2C6-2AFB0C09424E}" dt="2025-11-30T10:53:32.828" v="75" actId="47"/>
        <pc:sldMkLst>
          <pc:docMk/>
          <pc:sldMk cId="3885568361" sldId="258"/>
        </pc:sldMkLst>
      </pc:sldChg>
      <pc:sldChg chg="add del">
        <pc:chgData name="مسفر سعيد القحطاني" userId="3549cfe6-054a-420d-b887-0845d6625c90" providerId="ADAL" clId="{E8983ED4-5F17-4430-A2C6-2AFB0C09424E}" dt="2025-11-30T10:53:32.828" v="75" actId="47"/>
        <pc:sldMkLst>
          <pc:docMk/>
          <pc:sldMk cId="4036848581" sldId="259"/>
        </pc:sldMkLst>
      </pc:sldChg>
      <pc:sldChg chg="addSp delSp modSp new del mod modClrScheme chgLayout">
        <pc:chgData name="مسفر سعيد القحطاني" userId="3549cfe6-054a-420d-b887-0845d6625c90" providerId="ADAL" clId="{E8983ED4-5F17-4430-A2C6-2AFB0C09424E}" dt="2025-11-30T10:53:32.828" v="75" actId="47"/>
        <pc:sldMkLst>
          <pc:docMk/>
          <pc:sldMk cId="2043822025" sldId="260"/>
        </pc:sldMkLst>
        <pc:spChg chg="del">
          <ac:chgData name="مسفر سعيد القحطاني" userId="3549cfe6-054a-420d-b887-0845d6625c90" providerId="ADAL" clId="{E8983ED4-5F17-4430-A2C6-2AFB0C09424E}" dt="2025-11-30T10:37:31.768" v="46" actId="700"/>
          <ac:spMkLst>
            <pc:docMk/>
            <pc:sldMk cId="2043822025" sldId="260"/>
            <ac:spMk id="2" creationId="{957802B9-9040-AF38-EF0D-F36FBC73B0C9}"/>
          </ac:spMkLst>
        </pc:spChg>
        <pc:spChg chg="del">
          <ac:chgData name="مسفر سعيد القحطاني" userId="3549cfe6-054a-420d-b887-0845d6625c90" providerId="ADAL" clId="{E8983ED4-5F17-4430-A2C6-2AFB0C09424E}" dt="2025-11-30T10:37:31.768" v="46" actId="700"/>
          <ac:spMkLst>
            <pc:docMk/>
            <pc:sldMk cId="2043822025" sldId="260"/>
            <ac:spMk id="3" creationId="{D566C174-8C60-3A32-C4DC-868201D2835C}"/>
          </ac:spMkLst>
        </pc:spChg>
        <pc:spChg chg="add mod">
          <ac:chgData name="مسفر سعيد القحطاني" userId="3549cfe6-054a-420d-b887-0845d6625c90" providerId="ADAL" clId="{E8983ED4-5F17-4430-A2C6-2AFB0C09424E}" dt="2025-11-30T10:47:32.766" v="56"/>
          <ac:spMkLst>
            <pc:docMk/>
            <pc:sldMk cId="2043822025" sldId="260"/>
            <ac:spMk id="6" creationId="{A6B598D5-2D78-3880-89D1-B54EA86DAF61}"/>
          </ac:spMkLst>
        </pc:spChg>
        <pc:spChg chg="add del mod">
          <ac:chgData name="مسفر سعيد القحطاني" userId="3549cfe6-054a-420d-b887-0845d6625c90" providerId="ADAL" clId="{E8983ED4-5F17-4430-A2C6-2AFB0C09424E}" dt="2025-11-30T10:50:48.938" v="65" actId="478"/>
          <ac:spMkLst>
            <pc:docMk/>
            <pc:sldMk cId="2043822025" sldId="260"/>
            <ac:spMk id="8" creationId="{750BB4B4-65DF-5943-EA55-ED993E7F2FE9}"/>
          </ac:spMkLst>
        </pc:spChg>
        <pc:graphicFrameChg chg="add del mod modGraphic">
          <ac:chgData name="مسفر سعيد القحطاني" userId="3549cfe6-054a-420d-b887-0845d6625c90" providerId="ADAL" clId="{E8983ED4-5F17-4430-A2C6-2AFB0C09424E}" dt="2025-11-30T10:47:30.017" v="55" actId="478"/>
          <ac:graphicFrameMkLst>
            <pc:docMk/>
            <pc:sldMk cId="2043822025" sldId="260"/>
            <ac:graphicFrameMk id="4" creationId="{B56E7C1F-DDA3-6D4A-4A47-DFF5D9565002}"/>
          </ac:graphicFrameMkLst>
        </pc:graphicFrameChg>
        <pc:graphicFrameChg chg="add del mod modGraphic">
          <ac:chgData name="مسفر سعيد القحطاني" userId="3549cfe6-054a-420d-b887-0845d6625c90" providerId="ADAL" clId="{E8983ED4-5F17-4430-A2C6-2AFB0C09424E}" dt="2025-11-30T10:50:01.018" v="63" actId="478"/>
          <ac:graphicFrameMkLst>
            <pc:docMk/>
            <pc:sldMk cId="2043822025" sldId="260"/>
            <ac:graphicFrameMk id="5" creationId="{65CEE6C8-2ED8-B0D6-1450-C91CC2BCF205}"/>
          </ac:graphicFrameMkLst>
        </pc:graphicFrameChg>
        <pc:graphicFrameChg chg="add del mod">
          <ac:chgData name="مسفر سعيد القحطاني" userId="3549cfe6-054a-420d-b887-0845d6625c90" providerId="ADAL" clId="{E8983ED4-5F17-4430-A2C6-2AFB0C09424E}" dt="2025-11-30T10:50:48.938" v="65" actId="478"/>
          <ac:graphicFrameMkLst>
            <pc:docMk/>
            <pc:sldMk cId="2043822025" sldId="260"/>
            <ac:graphicFrameMk id="7" creationId="{1A123E95-D956-CAAA-8984-3C64D41806A8}"/>
          </ac:graphicFrameMkLst>
        </pc:graphicFrameChg>
        <pc:graphicFrameChg chg="add mod modGraphic">
          <ac:chgData name="مسفر سعيد القحطاني" userId="3549cfe6-054a-420d-b887-0845d6625c90" providerId="ADAL" clId="{E8983ED4-5F17-4430-A2C6-2AFB0C09424E}" dt="2025-11-30T10:52:14.975" v="74" actId="1076"/>
          <ac:graphicFrameMkLst>
            <pc:docMk/>
            <pc:sldMk cId="2043822025" sldId="260"/>
            <ac:graphicFrameMk id="9" creationId="{B7954929-F440-A61B-FAE4-9DD7DBDFA32F}"/>
          </ac:graphicFrameMkLst>
        </pc:graphicFrameChg>
      </pc:sldChg>
      <pc:sldChg chg="add del">
        <pc:chgData name="مسفر سعيد القحطاني" userId="3549cfe6-054a-420d-b887-0845d6625c90" providerId="ADAL" clId="{E8983ED4-5F17-4430-A2C6-2AFB0C09424E}" dt="2025-12-01T13:23:22.230" v="715" actId="47"/>
        <pc:sldMkLst>
          <pc:docMk/>
          <pc:sldMk cId="3221840721" sldId="260"/>
        </pc:sldMkLst>
      </pc:sldChg>
      <pc:sldChg chg="addSp delSp modSp mod">
        <pc:chgData name="مسفر سعيد القحطاني" userId="3549cfe6-054a-420d-b887-0845d6625c90" providerId="ADAL" clId="{E8983ED4-5F17-4430-A2C6-2AFB0C09424E}" dt="2025-12-01T13:56:21.090" v="1550" actId="1035"/>
        <pc:sldMkLst>
          <pc:docMk/>
          <pc:sldMk cId="3537838372" sldId="261"/>
        </pc:sldMkLst>
        <pc:spChg chg="add mod">
          <ac:chgData name="مسفر سعيد القحطاني" userId="3549cfe6-054a-420d-b887-0845d6625c90" providerId="ADAL" clId="{E8983ED4-5F17-4430-A2C6-2AFB0C09424E}" dt="2025-12-01T13:55:02.223" v="1540" actId="164"/>
          <ac:spMkLst>
            <pc:docMk/>
            <pc:sldMk cId="3537838372" sldId="261"/>
            <ac:spMk id="6" creationId="{EB5FE109-0D45-45C6-52C7-1EDC7044B2BB}"/>
          </ac:spMkLst>
        </pc:spChg>
        <pc:spChg chg="add mod">
          <ac:chgData name="مسفر سعيد القحطاني" userId="3549cfe6-054a-420d-b887-0845d6625c90" providerId="ADAL" clId="{E8983ED4-5F17-4430-A2C6-2AFB0C09424E}" dt="2025-12-01T13:55:02.223" v="1540" actId="164"/>
          <ac:spMkLst>
            <pc:docMk/>
            <pc:sldMk cId="3537838372" sldId="261"/>
            <ac:spMk id="7" creationId="{B57699D1-68E6-18E2-248E-754E6E3DF65B}"/>
          </ac:spMkLst>
        </pc:spChg>
        <pc:spChg chg="add mod">
          <ac:chgData name="مسفر سعيد القحطاني" userId="3549cfe6-054a-420d-b887-0845d6625c90" providerId="ADAL" clId="{E8983ED4-5F17-4430-A2C6-2AFB0C09424E}" dt="2025-12-01T13:55:02.223" v="1540" actId="164"/>
          <ac:spMkLst>
            <pc:docMk/>
            <pc:sldMk cId="3537838372" sldId="261"/>
            <ac:spMk id="8" creationId="{4571239F-FC42-9683-977D-21C895D01816}"/>
          </ac:spMkLst>
        </pc:spChg>
        <pc:grpChg chg="add mod">
          <ac:chgData name="مسفر سعيد القحطاني" userId="3549cfe6-054a-420d-b887-0845d6625c90" providerId="ADAL" clId="{E8983ED4-5F17-4430-A2C6-2AFB0C09424E}" dt="2025-12-01T13:56:21.090" v="1550" actId="1035"/>
          <ac:grpSpMkLst>
            <pc:docMk/>
            <pc:sldMk cId="3537838372" sldId="261"/>
            <ac:grpSpMk id="9" creationId="{D3AA8D11-51E9-3842-F22A-9BD7265951CC}"/>
          </ac:grpSpMkLst>
        </pc:grpChg>
        <pc:graphicFrameChg chg="add mod">
          <ac:chgData name="مسفر سعيد القحطاني" userId="3549cfe6-054a-420d-b887-0845d6625c90" providerId="ADAL" clId="{E8983ED4-5F17-4430-A2C6-2AFB0C09424E}" dt="2025-12-01T13:33:53.976" v="836"/>
          <ac:graphicFrameMkLst>
            <pc:docMk/>
            <pc:sldMk cId="3537838372" sldId="261"/>
            <ac:graphicFrameMk id="2" creationId="{08682028-6595-88BC-E964-9FDEE48F3BBE}"/>
          </ac:graphicFrameMkLst>
        </pc:graphicFrameChg>
        <pc:graphicFrameChg chg="add mod">
          <ac:chgData name="مسفر سعيد القحطاني" userId="3549cfe6-054a-420d-b887-0845d6625c90" providerId="ADAL" clId="{E8983ED4-5F17-4430-A2C6-2AFB0C09424E}" dt="2025-12-01T13:36:51.051" v="850"/>
          <ac:graphicFrameMkLst>
            <pc:docMk/>
            <pc:sldMk cId="3537838372" sldId="261"/>
            <ac:graphicFrameMk id="3" creationId="{FF382C75-3D5C-5B18-9E4D-A8F7CDD230B0}"/>
          </ac:graphicFrameMkLst>
        </pc:graphicFrameChg>
        <pc:graphicFrameChg chg="mod modGraphic">
          <ac:chgData name="مسفر سعيد القحطاني" userId="3549cfe6-054a-420d-b887-0845d6625c90" providerId="ADAL" clId="{E8983ED4-5F17-4430-A2C6-2AFB0C09424E}" dt="2025-12-01T13:44:32.635" v="998"/>
          <ac:graphicFrameMkLst>
            <pc:docMk/>
            <pc:sldMk cId="3537838372" sldId="261"/>
            <ac:graphicFrameMk id="4" creationId="{7004CADF-7AD8-0C33-828C-6C6B10CAD94D}"/>
          </ac:graphicFrameMkLst>
        </pc:graphicFrameChg>
        <pc:graphicFrameChg chg="add del mod">
          <ac:chgData name="مسفر سعيد القحطاني" userId="3549cfe6-054a-420d-b887-0845d6625c90" providerId="ADAL" clId="{E8983ED4-5F17-4430-A2C6-2AFB0C09424E}" dt="2025-12-01T13:40:08.073" v="886" actId="478"/>
          <ac:graphicFrameMkLst>
            <pc:docMk/>
            <pc:sldMk cId="3537838372" sldId="261"/>
            <ac:graphicFrameMk id="5" creationId="{18EBB714-E826-34C4-FB8E-B857854B11B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88E68A6-0213-4638-AEC7-5503C0D5EF3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D372B9E-A106-403B-82FB-F93A601ABF9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9259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8E6F6E-19BB-487A-AA37-9E9E93F77334}" type="slidenum">
              <a:rPr lang="ar-SA" smtClean="0"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80174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04DD-1F66-6C88-5804-C1DFEAFE5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3439F-0C29-9DA8-1A3C-4478318AE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6968A-61A1-7AC7-F56D-9DEFA7852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418FE-4D3D-4833-0C09-319B99C15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E6F6E-19BB-487A-AA37-9E9E93F77334}" type="slidenum">
              <a:rPr lang="ar-SA" smtClean="0"/>
              <a:t>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8940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4C28EEF-C5F4-28B3-A620-FDD55FE9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AC64240-BE9A-48E2-3F91-E5FAB8061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FC5E896-852C-778A-3364-FFBC4E22E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865BC5A-0A65-B4C4-2322-87B38E2E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932E25C-F852-D6B5-E0E6-028D1FCB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73566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7071814-6A3F-6736-4497-99DF32F7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3D8A53B-B3C1-C46D-C2B1-7017BC8CB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14063A0-A08B-DDD7-8203-9C13D0F7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68D875D-1B89-C7AA-A6C8-9CD62DFE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CE8F997-89F5-2054-1AAD-8A17AB40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6110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B1F34FD-7C22-FC6A-3EF6-9DD73A638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08630FF-FB56-9679-CA51-C0F4A3014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F1C0FBA-F0B2-4D88-6D2C-BB42E4A5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6866B38-28F0-ABE4-7628-1DD799363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199724E-8AF3-0255-EE71-5536F7C7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6820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A467005-06BE-10DB-5DE7-023A68B9A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0940F66-0A44-52A9-C6F7-F93B5BF2C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F49303C4-DCF8-2A05-4F60-BFE0516FA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798C4D2-A1C2-7F77-5CE4-EA231A7B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35DA124-A781-05AF-47FB-BF1EA6F2F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F9E08A09-5DDB-02FE-6AC3-8ADF891A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4114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A679F8C-EA2B-4644-2A0F-34797F4F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6411E4F-483E-E783-DE23-05222B5C1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458A55E-BA37-5747-F0C4-7F8F2635C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E704D649-36B4-F0CB-2A3F-11B824739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F84E6D9E-6FE6-DCFF-392D-C66316A06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2C77AF4A-9F09-8C1A-2A1E-AE7DD440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005DFB7C-E080-D2D7-C7CE-09D3E88B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61C5E041-1644-CAA8-2D77-D5494280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37756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6B5A5A2-BCB8-F33C-4EC4-BD59D1B5C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3E85CE9B-495C-E009-95FA-AA5A7544D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1F2F8543-204E-80D0-F2A1-8B1E517E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B03A161D-2A56-C1C7-BEF3-FB8F08199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948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DEFE2177-84F2-5A9A-395D-C98F2D38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9544B546-1F2C-E21B-D665-B8BC8AD0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1E425C2-0590-513D-5D62-7AB94C75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0092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021EBD6-D24F-43CE-943C-D69D54C1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938F32D-9C2A-3DCA-C5E7-38E463A4B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02C8288C-382C-483F-4FF8-B46B8517D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1967E213-0226-35D8-5F34-974D97C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757A05C-FA56-E341-0C9F-9264F7A0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2F8ED17-4DB3-1C76-4B8C-C8D0CC9A9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2874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04A2D64-08E2-2AF7-90FF-CF9F04D99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A8581C69-171C-9752-3E4D-D3DB38893D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20D37463-A795-4DEC-E8E5-A394894CF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A6842543-27D2-E1AA-27D1-E829C37F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4F3A7AE3-1DA8-F70F-45B3-288F55B95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4F24370-76F9-D33C-1E66-3A300547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1561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C0B1581-093A-E224-10B6-51373DC2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90711E50-5D57-EA9A-5259-4EA718811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C892637-01BF-7902-1581-74C86AA82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B8A7C7D-CCE9-826A-E0B3-28EA356D4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55C5A88-6DEF-50ED-6335-8DA060DE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7491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B9802425-72AE-2A8D-2D5F-5D577DB317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1E2F08C6-6342-C240-C861-AAB876D7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8A6BF7A-FECE-8EE9-614A-AA56E1C4C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A0FAA18-C0B9-BA7A-55D6-307E39487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85D477D-7828-B813-92F6-AC2C620E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3301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E8898EFB-2393-7D97-217B-232585C73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D429DE2-FADB-786B-63DB-4C471EDAB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9F261D9-C249-3E78-3FB1-F4E7DB468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9DE3C-D5C5-4E6D-A28F-56DB7209BF82}" type="datetimeFigureOut">
              <a:rPr lang="ar-SA" smtClean="0"/>
              <a:t>11/06/1447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F6C183C-D1C0-12A5-E0E3-DF83121E5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F099FEF-23CC-7352-0415-188E55A8C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6C668-0536-4F67-BEAF-D9F9AFFF2B1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8155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 descr="C:\Users\aloba\Desktop\الأعمـال الجـديدة\الشعار الجديد بدون المؤسسة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8539" y="31890"/>
            <a:ext cx="480355" cy="27234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مربع نص 5"/>
          <p:cNvSpPr txBox="1"/>
          <p:nvPr/>
        </p:nvSpPr>
        <p:spPr>
          <a:xfrm>
            <a:off x="9585434" y="240641"/>
            <a:ext cx="2606566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1200" dirty="0">
                <a:latin typeface="Cairo" panose="00000500000000000000" pitchFamily="2" charset="-78"/>
                <a:cs typeface="Cairo" panose="00000500000000000000" pitchFamily="2" charset="-78"/>
              </a:rPr>
              <a:t>المؤسسة العامة للتدريب التقني والمهني</a:t>
            </a:r>
          </a:p>
        </p:txBody>
      </p:sp>
      <p:sp>
        <p:nvSpPr>
          <p:cNvPr id="7" name="مربع نص 6"/>
          <p:cNvSpPr txBox="1"/>
          <p:nvPr/>
        </p:nvSpPr>
        <p:spPr>
          <a:xfrm>
            <a:off x="8744684" y="389745"/>
            <a:ext cx="3447315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200" dirty="0">
                <a:latin typeface="Cairo" panose="00000500000000000000" pitchFamily="2" charset="-78"/>
                <a:cs typeface="Cairo" panose="00000500000000000000" pitchFamily="2" charset="-78"/>
              </a:rPr>
              <a:t>Technical and Vocational Training Corporation</a:t>
            </a:r>
            <a:endParaRPr lang="ar-SA" sz="1200" dirty="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8" name="مربع نص 7"/>
          <p:cNvSpPr txBox="1"/>
          <p:nvPr/>
        </p:nvSpPr>
        <p:spPr>
          <a:xfrm>
            <a:off x="721520" y="31890"/>
            <a:ext cx="213053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1200" b="1" dirty="0">
                <a:latin typeface="Cairo" panose="00000500000000000000" pitchFamily="2" charset="-78"/>
                <a:cs typeface="Cairo" panose="00000500000000000000" pitchFamily="2" charset="-78"/>
              </a:rPr>
              <a:t>الكلية التقنية التطبيقية بأبها</a:t>
            </a:r>
          </a:p>
        </p:txBody>
      </p:sp>
      <p:sp>
        <p:nvSpPr>
          <p:cNvPr id="9" name="مربع نص 8"/>
          <p:cNvSpPr txBox="1"/>
          <p:nvPr/>
        </p:nvSpPr>
        <p:spPr>
          <a:xfrm>
            <a:off x="355844" y="232823"/>
            <a:ext cx="2606566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1200" b="1" dirty="0">
                <a:latin typeface="Cairo" panose="00000500000000000000" pitchFamily="2" charset="-78"/>
                <a:cs typeface="Cairo" panose="00000500000000000000" pitchFamily="2" charset="-78"/>
              </a:rPr>
              <a:t>وكالة الكلية للتدريب</a:t>
            </a:r>
          </a:p>
        </p:txBody>
      </p:sp>
      <p:sp>
        <p:nvSpPr>
          <p:cNvPr id="10" name="مربع نص 9"/>
          <p:cNvSpPr txBox="1"/>
          <p:nvPr/>
        </p:nvSpPr>
        <p:spPr>
          <a:xfrm>
            <a:off x="2829104" y="99711"/>
            <a:ext cx="534617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1600" b="1" dirty="0">
                <a:latin typeface="Cairo" panose="00000500000000000000" pitchFamily="2" charset="-78"/>
                <a:cs typeface="Cairo" panose="00000500000000000000" pitchFamily="2" charset="-78"/>
              </a:rPr>
              <a:t>جدول </a:t>
            </a:r>
            <a:r>
              <a:rPr lang="ar-SA" sz="1600" b="1" dirty="0">
                <a:solidFill>
                  <a:srgbClr val="FF0000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الاختبارات النظرية النهائية المعتمد</a:t>
            </a:r>
          </a:p>
          <a:p>
            <a:pPr algn="ctr"/>
            <a:r>
              <a:rPr lang="ar-SA" sz="1600" b="1" dirty="0">
                <a:latin typeface="Cairo" panose="00000500000000000000" pitchFamily="2" charset="-78"/>
                <a:cs typeface="Cairo" panose="00000500000000000000" pitchFamily="2" charset="-78"/>
              </a:rPr>
              <a:t>قسم </a:t>
            </a:r>
            <a:r>
              <a:rPr lang="ar-SA" sz="1600" b="1" dirty="0">
                <a:solidFill>
                  <a:srgbClr val="FF0000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الدراسات العامة لكل الأقسام</a:t>
            </a:r>
            <a:r>
              <a:rPr lang="ar-SA" sz="1600" b="1" dirty="0">
                <a:latin typeface="Cairo" panose="00000500000000000000" pitchFamily="2" charset="-78"/>
                <a:cs typeface="Cairo" panose="00000500000000000000" pitchFamily="2" charset="-78"/>
              </a:rPr>
              <a:t>(</a:t>
            </a:r>
            <a:r>
              <a:rPr lang="ar-SA" sz="1600" b="1" dirty="0">
                <a:solidFill>
                  <a:srgbClr val="FF0000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صباحي</a:t>
            </a:r>
            <a:r>
              <a:rPr lang="ar-SA" sz="1600" b="1" dirty="0">
                <a:latin typeface="Cairo" panose="00000500000000000000" pitchFamily="2" charset="-78"/>
                <a:cs typeface="Cairo" panose="00000500000000000000" pitchFamily="2" charset="-78"/>
              </a:rPr>
              <a:t>) الفصل التدريبي الأول  1447 هـ</a:t>
            </a:r>
          </a:p>
        </p:txBody>
      </p:sp>
      <p:graphicFrame>
        <p:nvGraphicFramePr>
          <p:cNvPr id="11" name="جدول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53504"/>
              </p:ext>
            </p:extLst>
          </p:nvPr>
        </p:nvGraphicFramePr>
        <p:xfrm>
          <a:off x="518525" y="733830"/>
          <a:ext cx="11380873" cy="5292001"/>
        </p:xfrm>
        <a:graphic>
          <a:graphicData uri="http://schemas.openxmlformats.org/drawingml/2006/table">
            <a:tbl>
              <a:tblPr rtl="1" firstRow="1" lastCol="1" bandRow="1">
                <a:tableStyleId>{5C22544A-7EE6-4342-B048-85BDC9FD1C3A}</a:tableStyleId>
              </a:tblPr>
              <a:tblGrid>
                <a:gridCol w="901044">
                  <a:extLst>
                    <a:ext uri="{9D8B030D-6E8A-4147-A177-3AD203B41FA5}">
                      <a16:colId xmlns:a16="http://schemas.microsoft.com/office/drawing/2014/main" val="3470525139"/>
                    </a:ext>
                  </a:extLst>
                </a:gridCol>
                <a:gridCol w="1089716">
                  <a:extLst>
                    <a:ext uri="{9D8B030D-6E8A-4147-A177-3AD203B41FA5}">
                      <a16:colId xmlns:a16="http://schemas.microsoft.com/office/drawing/2014/main" val="4146441675"/>
                    </a:ext>
                  </a:extLst>
                </a:gridCol>
                <a:gridCol w="395926">
                  <a:extLst>
                    <a:ext uri="{9D8B030D-6E8A-4147-A177-3AD203B41FA5}">
                      <a16:colId xmlns:a16="http://schemas.microsoft.com/office/drawing/2014/main" val="2540024557"/>
                    </a:ext>
                  </a:extLst>
                </a:gridCol>
                <a:gridCol w="688157">
                  <a:extLst>
                    <a:ext uri="{9D8B030D-6E8A-4147-A177-3AD203B41FA5}">
                      <a16:colId xmlns:a16="http://schemas.microsoft.com/office/drawing/2014/main" val="3857208377"/>
                    </a:ext>
                  </a:extLst>
                </a:gridCol>
                <a:gridCol w="561716">
                  <a:extLst>
                    <a:ext uri="{9D8B030D-6E8A-4147-A177-3AD203B41FA5}">
                      <a16:colId xmlns:a16="http://schemas.microsoft.com/office/drawing/2014/main" val="3275146797"/>
                    </a:ext>
                  </a:extLst>
                </a:gridCol>
                <a:gridCol w="741258">
                  <a:extLst>
                    <a:ext uri="{9D8B030D-6E8A-4147-A177-3AD203B41FA5}">
                      <a16:colId xmlns:a16="http://schemas.microsoft.com/office/drawing/2014/main" val="162051420"/>
                    </a:ext>
                  </a:extLst>
                </a:gridCol>
                <a:gridCol w="1270543">
                  <a:extLst>
                    <a:ext uri="{9D8B030D-6E8A-4147-A177-3AD203B41FA5}">
                      <a16:colId xmlns:a16="http://schemas.microsoft.com/office/drawing/2014/main" val="2958061594"/>
                    </a:ext>
                  </a:extLst>
                </a:gridCol>
                <a:gridCol w="424206">
                  <a:extLst>
                    <a:ext uri="{9D8B030D-6E8A-4147-A177-3AD203B41FA5}">
                      <a16:colId xmlns:a16="http://schemas.microsoft.com/office/drawing/2014/main" val="1029396814"/>
                    </a:ext>
                  </a:extLst>
                </a:gridCol>
                <a:gridCol w="638503">
                  <a:extLst>
                    <a:ext uri="{9D8B030D-6E8A-4147-A177-3AD203B41FA5}">
                      <a16:colId xmlns:a16="http://schemas.microsoft.com/office/drawing/2014/main" val="1168099193"/>
                    </a:ext>
                  </a:extLst>
                </a:gridCol>
                <a:gridCol w="497941">
                  <a:extLst>
                    <a:ext uri="{9D8B030D-6E8A-4147-A177-3AD203B41FA5}">
                      <a16:colId xmlns:a16="http://schemas.microsoft.com/office/drawing/2014/main" val="553645387"/>
                    </a:ext>
                  </a:extLst>
                </a:gridCol>
                <a:gridCol w="780287">
                  <a:extLst>
                    <a:ext uri="{9D8B030D-6E8A-4147-A177-3AD203B41FA5}">
                      <a16:colId xmlns:a16="http://schemas.microsoft.com/office/drawing/2014/main" val="4025781968"/>
                    </a:ext>
                  </a:extLst>
                </a:gridCol>
                <a:gridCol w="710772">
                  <a:extLst>
                    <a:ext uri="{9D8B030D-6E8A-4147-A177-3AD203B41FA5}">
                      <a16:colId xmlns:a16="http://schemas.microsoft.com/office/drawing/2014/main" val="408928203"/>
                    </a:ext>
                  </a:extLst>
                </a:gridCol>
                <a:gridCol w="504082">
                  <a:extLst>
                    <a:ext uri="{9D8B030D-6E8A-4147-A177-3AD203B41FA5}">
                      <a16:colId xmlns:a16="http://schemas.microsoft.com/office/drawing/2014/main" val="3245052043"/>
                    </a:ext>
                  </a:extLst>
                </a:gridCol>
                <a:gridCol w="725574">
                  <a:extLst>
                    <a:ext uri="{9D8B030D-6E8A-4147-A177-3AD203B41FA5}">
                      <a16:colId xmlns:a16="http://schemas.microsoft.com/office/drawing/2014/main" val="1066921882"/>
                    </a:ext>
                  </a:extLst>
                </a:gridCol>
                <a:gridCol w="725574">
                  <a:extLst>
                    <a:ext uri="{9D8B030D-6E8A-4147-A177-3AD203B41FA5}">
                      <a16:colId xmlns:a16="http://schemas.microsoft.com/office/drawing/2014/main" val="2518044504"/>
                    </a:ext>
                  </a:extLst>
                </a:gridCol>
                <a:gridCol w="725574">
                  <a:extLst>
                    <a:ext uri="{9D8B030D-6E8A-4147-A177-3AD203B41FA5}">
                      <a16:colId xmlns:a16="http://schemas.microsoft.com/office/drawing/2014/main" val="3415688586"/>
                    </a:ext>
                  </a:extLst>
                </a:gridCol>
              </a:tblGrid>
              <a:tr h="229576">
                <a:tc rowSpan="3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اليوم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1"/>
                      <a:r>
                        <a:rPr lang="ar-SA" sz="700" dirty="0"/>
                        <a:t>الفترة</a:t>
                      </a:r>
                      <a:r>
                        <a:rPr lang="ar-SA" sz="700" baseline="0" dirty="0"/>
                        <a:t> الأولى</a:t>
                      </a:r>
                      <a:endParaRPr lang="ar-SA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1"/>
                      <a:r>
                        <a:rPr lang="ar-SA" sz="700" dirty="0"/>
                        <a:t>الفترة الثانية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700" dirty="0"/>
                        <a:t>الفترة الثالثة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SA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SA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144023"/>
                  </a:ext>
                </a:extLst>
              </a:tr>
              <a:tr h="227871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dk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من 8:00 ص إلى 10:00 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000" b="1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700" b="1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dk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من 10:30 ص إلى 12:30 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000" b="1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700" b="1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dk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من 1:00 م</a:t>
                      </a:r>
                      <a:r>
                        <a:rPr lang="ar-SA" sz="700" b="1" kern="1200" baseline="0" dirty="0">
                          <a:solidFill>
                            <a:schemeClr val="dk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 إلى 3:00 م</a:t>
                      </a:r>
                      <a:endParaRPr lang="ar-SA" sz="700" b="1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700" b="1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SA" sz="700" b="1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0187584"/>
                  </a:ext>
                </a:extLst>
              </a:tr>
              <a:tr h="438272">
                <a:tc vMerge="1">
                  <a:txBody>
                    <a:bodyPr/>
                    <a:lstStyle/>
                    <a:p>
                      <a:pPr algn="r" rtl="1"/>
                      <a:endParaRPr lang="ar-SA" sz="1400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المقرر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المبنى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القاعـ (ـة/ـات)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عدد المتدربين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عدد المراقبين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المقرر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المبنى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القاعـ (ـة/ـات)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عدد المتدربين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عدد المراقبين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المقرر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المبنى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dk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القاعـ (ـة/ـات)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dk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عدد المتدربين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kern="1200" dirty="0">
                          <a:solidFill>
                            <a:schemeClr val="dk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عدد المراقبين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42577"/>
                  </a:ext>
                </a:extLst>
              </a:tr>
              <a:tr h="350577">
                <a:tc rowSpan="2">
                  <a:txBody>
                    <a:bodyPr/>
                    <a:lstStyle/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الأربعاء</a:t>
                      </a:r>
                    </a:p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4-7-1447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احصا101-مقدمة في الإحصاء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20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عامر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  <a:endParaRPr lang="ar-SA" sz="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3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</a:rPr>
                        <a:t>اسلك201-السلوك الوظيفي والمستقبل المهن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20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حسين</a:t>
                      </a:r>
                    </a:p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غبدالعزيز</a:t>
                      </a:r>
                      <a:endParaRPr lang="ar-SA" sz="7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</a:t>
                      </a:r>
                      <a:endParaRPr lang="ar-SA" sz="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5</a:t>
                      </a:r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2500" b="1" kern="1200" dirty="0">
                          <a:solidFill>
                            <a:srgbClr val="FF000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مع </a:t>
                      </a:r>
                      <a:r>
                        <a:rPr lang="ar-SA" sz="2500" b="1" kern="1200" dirty="0">
                          <a:solidFill>
                            <a:srgbClr val="FF000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العملي</a:t>
                      </a:r>
                      <a:endParaRPr lang="ar-SA" sz="2500" b="1" kern="1200" dirty="0">
                        <a:solidFill>
                          <a:srgbClr val="FF0000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  <a:p>
                      <a:pPr marL="0" algn="r" defTabSz="914400" rtl="1" eaLnBrk="1" latinLnBrk="0" hangingPunct="1"/>
                      <a:endParaRPr lang="ar-SA" sz="2500" b="1" kern="1200" dirty="0">
                        <a:solidFill>
                          <a:srgbClr val="FF0000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042420"/>
                  </a:ext>
                </a:extLst>
              </a:tr>
              <a:tr h="238725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7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2500" b="1" dirty="0">
                          <a:solidFill>
                            <a:srgbClr val="FF0000"/>
                          </a:solidFill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الجدول المعتمد</a:t>
                      </a:r>
                      <a:endParaRPr lang="ar-SA" sz="25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111531"/>
                  </a:ext>
                </a:extLst>
              </a:tr>
              <a:tr h="473275">
                <a:tc rowSpan="2">
                  <a:txBody>
                    <a:bodyPr/>
                    <a:lstStyle/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الخميس</a:t>
                      </a:r>
                    </a:p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5-7-1447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</a:rPr>
                        <a:t>رياد101-أساسيات ريادة الأعمال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سريع</a:t>
                      </a:r>
                    </a:p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ظافر</a:t>
                      </a:r>
                    </a:p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محمد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ar-SA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700" b="1" i="0" u="none" strike="noStrike" kern="1200" noProof="0" dirty="0">
                          <a:solidFill>
                            <a:srgbClr val="006100"/>
                          </a:solidFill>
                          <a:effectLst/>
                          <a:latin typeface="Times New Roman"/>
                          <a:cs typeface="Times New Roman"/>
                        </a:rPr>
                        <a:t>عربي101-الكتابة الفنية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>
                        <a:buNone/>
                      </a:pPr>
                      <a:r>
                        <a:rPr lang="ar-SA" sz="700" b="0" i="0" u="none" strike="noStrike" kern="1200" noProof="0" dirty="0">
                          <a:solidFill>
                            <a:srgbClr val="FF0000"/>
                          </a:solidFill>
                          <a:effectLst/>
                          <a:latin typeface="Calibri"/>
                          <a:cs typeface="Calibri"/>
                        </a:rPr>
                        <a:t>عبدالعزيز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>
                        <a:buNone/>
                      </a:pPr>
                      <a:r>
                        <a:rPr lang="ar-SA" sz="7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Calibri"/>
                        </a:rPr>
                        <a:t>241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>
                        <a:buNone/>
                      </a:pPr>
                      <a:r>
                        <a:rPr lang="ar-SA" sz="700" b="0" i="0" u="none" strike="noStrike" kern="1200" noProof="0" dirty="0">
                          <a:solidFill>
                            <a:srgbClr val="000000"/>
                          </a:solidFill>
                          <a:latin typeface="microsoft sans serif"/>
                          <a:cs typeface="microsoft sans serif"/>
                        </a:rPr>
                        <a:t>6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368228"/>
                  </a:ext>
                </a:extLst>
              </a:tr>
              <a:tr h="196069"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ar-SA" sz="7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5230038"/>
                  </a:ext>
                </a:extLst>
              </a:tr>
              <a:tr h="227871">
                <a:tc rowSpan="2">
                  <a:txBody>
                    <a:bodyPr/>
                    <a:lstStyle/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الاحد</a:t>
                      </a:r>
                    </a:p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8-7-1447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</a:rPr>
                        <a:t>رياض121-الرياضيات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عامر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86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2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1" i="0" u="none" strike="noStrike" dirty="0">
                        <a:solidFill>
                          <a:srgbClr val="0061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US" sz="700" b="0" kern="1200" dirty="0">
                        <a:solidFill>
                          <a:schemeClr val="tx1"/>
                        </a:solidFill>
                        <a:latin typeface="Microsoft Sans Serif"/>
                        <a:ea typeface="Microsoft Sans Serif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226121"/>
                  </a:ext>
                </a:extLst>
              </a:tr>
              <a:tr h="227871">
                <a:tc vMerge="1">
                  <a:txBody>
                    <a:bodyPr/>
                    <a:lstStyle/>
                    <a:p>
                      <a:pPr algn="r" rtl="1"/>
                      <a:endParaRPr lang="ar-SA" sz="1600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</a:rPr>
                        <a:t>رياض101-الرياضيات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ظافر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131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3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185569"/>
                  </a:ext>
                </a:extLst>
              </a:tr>
              <a:tr h="350577"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الاثنين</a:t>
                      </a:r>
                    </a:p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9-7-1447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8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0976432"/>
                  </a:ext>
                </a:extLst>
              </a:tr>
              <a:tr h="227871">
                <a:tc rowSpan="4">
                  <a:txBody>
                    <a:bodyPr/>
                    <a:lstStyle/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الثلاثاء</a:t>
                      </a:r>
                    </a:p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10-7-1447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</a:rPr>
                        <a:t>انجل101-لغة إنجليزية -1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خالد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129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3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</a:rPr>
                        <a:t>انجل111-لغة إنجليزية (1)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سعد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3</a:t>
                      </a:r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359009"/>
                  </a:ext>
                </a:extLst>
              </a:tr>
              <a:tr h="227871">
                <a:tc vMerge="1">
                  <a:txBody>
                    <a:bodyPr/>
                    <a:lstStyle/>
                    <a:p>
                      <a:pPr rtl="1"/>
                      <a:endParaRPr lang="ar-SA" sz="1600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</a:rPr>
                        <a:t>انجل102-لغة إنجليزية (2)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صالح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85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3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/>
                        </a:rPr>
                        <a:t>انجل112-لغة إنجليزية (2)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محمد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104</a:t>
                      </a:r>
                      <a:endParaRPr lang="ar-SA" sz="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3</a:t>
                      </a:r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188379"/>
                  </a:ext>
                </a:extLst>
              </a:tr>
              <a:tr h="473275"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</a:rPr>
                        <a:t>انجل103-لغة إنجليزية (3)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حسن</a:t>
                      </a:r>
                    </a:p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سعد</a:t>
                      </a:r>
                    </a:p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صالح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112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4</a:t>
                      </a:r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</a:rPr>
                        <a:t>انجل113-لغة إنجليزية (3)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حسن</a:t>
                      </a:r>
                    </a:p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محمد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</a:t>
                      </a:r>
                      <a:endParaRPr lang="ar-SA" sz="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4</a:t>
                      </a:r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702872"/>
                  </a:ext>
                </a:extLst>
              </a:tr>
              <a:tr h="227871"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</a:rPr>
                        <a:t>انجل204-لغة إنجليزية (4 )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خالد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9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1</a:t>
                      </a:r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188901"/>
                  </a:ext>
                </a:extLst>
              </a:tr>
              <a:tr h="350577"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الأربعاء</a:t>
                      </a:r>
                    </a:p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11-7-1447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864145"/>
                  </a:ext>
                </a:extLst>
              </a:tr>
              <a:tr h="350577"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الخميس</a:t>
                      </a:r>
                    </a:p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12-7-1447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1" i="0" u="none" strike="noStrike" dirty="0">
                        <a:solidFill>
                          <a:srgbClr val="0061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سريع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000" b="1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اسلم101-الدراسات الإسلامية</a:t>
                      </a:r>
                      <a:endParaRPr lang="ar-SA" sz="1000" b="1" i="0" u="none" strike="noStrike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حسين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213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6</a:t>
                      </a:r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898438"/>
                  </a:ext>
                </a:extLst>
              </a:tr>
              <a:tr h="473275">
                <a:tc>
                  <a:txBody>
                    <a:bodyPr/>
                    <a:lstStyle/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الاحد</a:t>
                      </a:r>
                    </a:p>
                    <a:p>
                      <a:pPr algn="ctr" rtl="1"/>
                      <a:r>
                        <a:rPr lang="ar-SA" sz="7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15-7-1447</a:t>
                      </a:r>
                    </a:p>
                    <a:p>
                      <a:pPr algn="ctr" rtl="1"/>
                      <a:endParaRPr lang="ar-SA" sz="700" b="1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7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</a:rPr>
                        <a:t>فيزي101-الفيزياء</a:t>
                      </a:r>
                    </a:p>
                    <a:p>
                      <a:pPr algn="ctr" rtl="1" fontAlgn="ctr"/>
                      <a:endParaRPr lang="ar-SA" sz="700" b="1" i="0" u="none" strike="noStrike" dirty="0">
                        <a:solidFill>
                          <a:srgbClr val="0061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سريع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140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4</a:t>
                      </a:r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700" b="1" i="0" u="none" strike="noStrike" dirty="0">
                        <a:solidFill>
                          <a:srgbClr val="0061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7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8256569"/>
                  </a:ext>
                </a:extLst>
              </a:tr>
            </a:tbl>
          </a:graphicData>
        </a:graphic>
      </p:graphicFrame>
      <p:sp>
        <p:nvSpPr>
          <p:cNvPr id="12" name="مربع نص 11"/>
          <p:cNvSpPr txBox="1"/>
          <p:nvPr/>
        </p:nvSpPr>
        <p:spPr>
          <a:xfrm>
            <a:off x="9585433" y="7250472"/>
            <a:ext cx="2606566" cy="2154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800" b="1" dirty="0">
                <a:latin typeface="Cairo" panose="00000500000000000000" pitchFamily="2" charset="-78"/>
                <a:cs typeface="Cairo" panose="00000500000000000000" pitchFamily="2" charset="-78"/>
              </a:rPr>
              <a:t>اعتماد اللجنة الفرعية للاختبارات النهائية بالقسم</a:t>
            </a:r>
          </a:p>
        </p:txBody>
      </p: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7D5E0A8E-B4B7-E59F-0665-F3D23768CC52}"/>
              </a:ext>
            </a:extLst>
          </p:cNvPr>
          <p:cNvGrpSpPr/>
          <p:nvPr/>
        </p:nvGrpSpPr>
        <p:grpSpPr>
          <a:xfrm>
            <a:off x="222538" y="6122033"/>
            <a:ext cx="11216124" cy="461665"/>
            <a:chOff x="222538" y="6122033"/>
            <a:chExt cx="11216124" cy="461665"/>
          </a:xfrm>
        </p:grpSpPr>
        <p:sp>
          <p:nvSpPr>
            <p:cNvPr id="13" name="مربع نص 12"/>
            <p:cNvSpPr txBox="1"/>
            <p:nvPr/>
          </p:nvSpPr>
          <p:spPr>
            <a:xfrm>
              <a:off x="222538" y="6178070"/>
              <a:ext cx="2606566" cy="21544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SA" sz="800" b="1" dirty="0">
                  <a:latin typeface="Cairo" panose="00000500000000000000" pitchFamily="2" charset="-78"/>
                  <a:cs typeface="Cairo" panose="00000500000000000000" pitchFamily="2" charset="-78"/>
                </a:rPr>
                <a:t>24-05-1447</a:t>
              </a:r>
            </a:p>
          </p:txBody>
        </p:sp>
        <p:sp>
          <p:nvSpPr>
            <p:cNvPr id="14" name="مربع نص 13"/>
            <p:cNvSpPr txBox="1"/>
            <p:nvPr/>
          </p:nvSpPr>
          <p:spPr>
            <a:xfrm>
              <a:off x="8832096" y="6150697"/>
              <a:ext cx="2606566" cy="2769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SA" sz="1200" dirty="0">
                  <a:latin typeface="Cairo" panose="00000500000000000000" pitchFamily="2" charset="-78"/>
                  <a:cs typeface="Cairo" panose="00000500000000000000" pitchFamily="2" charset="-78"/>
                </a:rPr>
                <a:t>لجنة الجداول بالقسم</a:t>
              </a:r>
            </a:p>
          </p:txBody>
        </p:sp>
        <p:sp>
          <p:nvSpPr>
            <p:cNvPr id="2" name="مربع نص 1">
              <a:extLst>
                <a:ext uri="{FF2B5EF4-FFF2-40B4-BE49-F238E27FC236}">
                  <a16:creationId xmlns:a16="http://schemas.microsoft.com/office/drawing/2014/main" id="{BBBE5482-A0BD-86F8-E83E-0B72B824AF01}"/>
                </a:ext>
              </a:extLst>
            </p:cNvPr>
            <p:cNvSpPr txBox="1"/>
            <p:nvPr/>
          </p:nvSpPr>
          <p:spPr>
            <a:xfrm>
              <a:off x="4222363" y="6122033"/>
              <a:ext cx="2606566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SA" sz="1200" dirty="0">
                  <a:latin typeface="Cairo" panose="00000500000000000000" pitchFamily="2" charset="-78"/>
                  <a:cs typeface="Cairo" panose="00000500000000000000" pitchFamily="2" charset="-78"/>
                </a:rPr>
                <a:t>رئيس القسم</a:t>
              </a:r>
            </a:p>
            <a:p>
              <a:pPr algn="ctr"/>
              <a:r>
                <a:rPr lang="ar-SA" sz="1200" dirty="0">
                  <a:latin typeface="Cairo" panose="00000500000000000000" pitchFamily="2" charset="-78"/>
                  <a:cs typeface="Cairo" panose="00000500000000000000" pitchFamily="2" charset="-78"/>
                </a:rPr>
                <a:t>مسفر سعيد ال شايع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556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1FE4C-CE98-E5C4-4DC9-F8551E2C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04CADF-7AD8-0C33-828C-6C6B10CAD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29254"/>
              </p:ext>
            </p:extLst>
          </p:nvPr>
        </p:nvGraphicFramePr>
        <p:xfrm>
          <a:off x="153859" y="279849"/>
          <a:ext cx="11802308" cy="59994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44913">
                  <a:extLst>
                    <a:ext uri="{9D8B030D-6E8A-4147-A177-3AD203B41FA5}">
                      <a16:colId xmlns:a16="http://schemas.microsoft.com/office/drawing/2014/main" val="3123251548"/>
                    </a:ext>
                  </a:extLst>
                </a:gridCol>
                <a:gridCol w="727026">
                  <a:extLst>
                    <a:ext uri="{9D8B030D-6E8A-4147-A177-3AD203B41FA5}">
                      <a16:colId xmlns:a16="http://schemas.microsoft.com/office/drawing/2014/main" val="2861663331"/>
                    </a:ext>
                  </a:extLst>
                </a:gridCol>
                <a:gridCol w="614715">
                  <a:extLst>
                    <a:ext uri="{9D8B030D-6E8A-4147-A177-3AD203B41FA5}">
                      <a16:colId xmlns:a16="http://schemas.microsoft.com/office/drawing/2014/main" val="3373923332"/>
                    </a:ext>
                  </a:extLst>
                </a:gridCol>
                <a:gridCol w="493596">
                  <a:extLst>
                    <a:ext uri="{9D8B030D-6E8A-4147-A177-3AD203B41FA5}">
                      <a16:colId xmlns:a16="http://schemas.microsoft.com/office/drawing/2014/main" val="451347076"/>
                    </a:ext>
                  </a:extLst>
                </a:gridCol>
                <a:gridCol w="731861">
                  <a:extLst>
                    <a:ext uri="{9D8B030D-6E8A-4147-A177-3AD203B41FA5}">
                      <a16:colId xmlns:a16="http://schemas.microsoft.com/office/drawing/2014/main" val="426653559"/>
                    </a:ext>
                  </a:extLst>
                </a:gridCol>
                <a:gridCol w="505479">
                  <a:extLst>
                    <a:ext uri="{9D8B030D-6E8A-4147-A177-3AD203B41FA5}">
                      <a16:colId xmlns:a16="http://schemas.microsoft.com/office/drawing/2014/main" val="4010908477"/>
                    </a:ext>
                  </a:extLst>
                </a:gridCol>
                <a:gridCol w="1048478">
                  <a:extLst>
                    <a:ext uri="{9D8B030D-6E8A-4147-A177-3AD203B41FA5}">
                      <a16:colId xmlns:a16="http://schemas.microsoft.com/office/drawing/2014/main" val="2693364471"/>
                    </a:ext>
                  </a:extLst>
                </a:gridCol>
                <a:gridCol w="525101">
                  <a:extLst>
                    <a:ext uri="{9D8B030D-6E8A-4147-A177-3AD203B41FA5}">
                      <a16:colId xmlns:a16="http://schemas.microsoft.com/office/drawing/2014/main" val="1792998078"/>
                    </a:ext>
                  </a:extLst>
                </a:gridCol>
                <a:gridCol w="679010">
                  <a:extLst>
                    <a:ext uri="{9D8B030D-6E8A-4147-A177-3AD203B41FA5}">
                      <a16:colId xmlns:a16="http://schemas.microsoft.com/office/drawing/2014/main" val="1210258661"/>
                    </a:ext>
                  </a:extLst>
                </a:gridCol>
                <a:gridCol w="642796">
                  <a:extLst>
                    <a:ext uri="{9D8B030D-6E8A-4147-A177-3AD203B41FA5}">
                      <a16:colId xmlns:a16="http://schemas.microsoft.com/office/drawing/2014/main" val="3247215373"/>
                    </a:ext>
                  </a:extLst>
                </a:gridCol>
                <a:gridCol w="688063">
                  <a:extLst>
                    <a:ext uri="{9D8B030D-6E8A-4147-A177-3AD203B41FA5}">
                      <a16:colId xmlns:a16="http://schemas.microsoft.com/office/drawing/2014/main" val="1672796248"/>
                    </a:ext>
                  </a:extLst>
                </a:gridCol>
                <a:gridCol w="1032095">
                  <a:extLst>
                    <a:ext uri="{9D8B030D-6E8A-4147-A177-3AD203B41FA5}">
                      <a16:colId xmlns:a16="http://schemas.microsoft.com/office/drawing/2014/main" val="797291088"/>
                    </a:ext>
                  </a:extLst>
                </a:gridCol>
                <a:gridCol w="362139">
                  <a:extLst>
                    <a:ext uri="{9D8B030D-6E8A-4147-A177-3AD203B41FA5}">
                      <a16:colId xmlns:a16="http://schemas.microsoft.com/office/drawing/2014/main" val="2111650707"/>
                    </a:ext>
                  </a:extLst>
                </a:gridCol>
                <a:gridCol w="860800">
                  <a:extLst>
                    <a:ext uri="{9D8B030D-6E8A-4147-A177-3AD203B41FA5}">
                      <a16:colId xmlns:a16="http://schemas.microsoft.com/office/drawing/2014/main" val="189009492"/>
                    </a:ext>
                  </a:extLst>
                </a:gridCol>
                <a:gridCol w="922733">
                  <a:extLst>
                    <a:ext uri="{9D8B030D-6E8A-4147-A177-3AD203B41FA5}">
                      <a16:colId xmlns:a16="http://schemas.microsoft.com/office/drawing/2014/main" val="4022443603"/>
                    </a:ext>
                  </a:extLst>
                </a:gridCol>
                <a:gridCol w="715223">
                  <a:extLst>
                    <a:ext uri="{9D8B030D-6E8A-4147-A177-3AD203B41FA5}">
                      <a16:colId xmlns:a16="http://schemas.microsoft.com/office/drawing/2014/main" val="26492425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27237825"/>
                    </a:ext>
                  </a:extLst>
                </a:gridCol>
              </a:tblGrid>
              <a:tr h="333968">
                <a:tc rowSpan="3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اليوم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الفترة</a:t>
                      </a:r>
                      <a:r>
                        <a:rPr lang="ar-SA" sz="1600" baseline="0" dirty="0"/>
                        <a:t> الأولى</a:t>
                      </a:r>
                      <a:endParaRPr lang="ar-SA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الفترة الثانية</a:t>
                      </a: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معلومات اضافية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088034"/>
                  </a:ext>
                </a:extLst>
              </a:tr>
              <a:tr h="197345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rtl="1"/>
                      <a:r>
                        <a:rPr lang="ar-SA" sz="700" b="0" kern="1200" dirty="0">
                          <a:solidFill>
                            <a:schemeClr val="dk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من 8:00 ص إلى 10:00 ص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700" b="0" kern="1200" dirty="0">
                          <a:solidFill>
                            <a:schemeClr val="dk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من 10:30 ص إلى 12:30 ظ</a:t>
                      </a: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 rtl="1"/>
                      <a:endParaRPr lang="ar-SA" sz="700" b="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40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78181"/>
                  </a:ext>
                </a:extLst>
              </a:tr>
              <a:tr h="273246">
                <a:tc vMerge="1">
                  <a:txBody>
                    <a:bodyPr/>
                    <a:lstStyle/>
                    <a:p>
                      <a:pPr algn="r" rtl="1"/>
                      <a:endParaRPr lang="ar-SA" sz="1400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1"/>
                      <a:r>
                        <a:rPr lang="ar-SA" sz="1200" b="0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أسماء لجان المراقبة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900" b="1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المبنى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القاعـ (ـة/ـات)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1200" b="0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أسماء لجان المراقبة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المبنى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القاعـ (ـة/ـات)</a:t>
                      </a: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ar-SA" sz="1200" b="0" kern="1200" dirty="0">
                          <a:solidFill>
                            <a:schemeClr val="tx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أسماء المراقبين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900" b="1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kern="1200" dirty="0">
                          <a:solidFill>
                            <a:schemeClr val="dk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عدد المراقبات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kern="1200" dirty="0">
                          <a:solidFill>
                            <a:schemeClr val="dk1"/>
                          </a:solidFill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ملاحظات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SA" sz="1200" b="0" kern="1200" dirty="0">
                        <a:solidFill>
                          <a:schemeClr val="dk1"/>
                        </a:solidFill>
                        <a:latin typeface="Cairo" panose="00000500000000000000" pitchFamily="2" charset="-78"/>
                        <a:ea typeface="+mn-ea"/>
                        <a:cs typeface="Cairo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14286"/>
                  </a:ext>
                </a:extLst>
              </a:tr>
              <a:tr h="242886">
                <a:tc rowSpan="3">
                  <a:txBody>
                    <a:bodyPr/>
                    <a:lstStyle/>
                    <a:p>
                      <a:pPr algn="ctr" rtl="1"/>
                      <a:r>
                        <a:rPr lang="ar-SA" sz="11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الأربعاء</a:t>
                      </a:r>
                    </a:p>
                    <a:p>
                      <a:pPr algn="ctr" rtl="1"/>
                      <a:r>
                        <a:rPr lang="ar-SA" sz="11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4-7-1447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0" kern="1200" dirty="0">
                          <a:solidFill>
                            <a:srgbClr val="FF000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ظافر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000" dirty="0">
                          <a:solidFill>
                            <a:schemeClr val="bg1"/>
                          </a:solidFill>
                        </a:rPr>
                        <a:t>صالح 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1" kern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محمد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ar-SA" sz="10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0" kern="1200" dirty="0">
                          <a:solidFill>
                            <a:srgbClr val="FF000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حسين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000" b="0" dirty="0">
                          <a:solidFill>
                            <a:srgbClr val="FF0000"/>
                          </a:solidFill>
                        </a:rPr>
                        <a:t>عبدالعزيز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1" kern="1200" dirty="0">
                          <a:solidFill>
                            <a:schemeClr val="accent4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عبدالعزيز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Microsoft Sans Serif" panose="020B0604020202020204" pitchFamily="34" charset="0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844365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algn="r" rtl="1"/>
                      <a:endParaRPr lang="ar-SA" sz="1600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SA" sz="10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0" kern="1200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سريع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000" b="0" dirty="0">
                          <a:solidFill>
                            <a:schemeClr val="bg1"/>
                          </a:solidFill>
                        </a:rPr>
                        <a:t>سعد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1" kern="1200" dirty="0">
                          <a:solidFill>
                            <a:schemeClr val="accent4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حسين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badi" panose="020F0502020204030204" pitchFamily="34" charset="0"/>
                          <a:ea typeface="Microsoft Sans Serif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490518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algn="r" rtl="1"/>
                      <a:endParaRPr lang="ar-SA" sz="1600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bg2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SA" sz="10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0" kern="1200" dirty="0">
                          <a:solidFill>
                            <a:schemeClr val="bg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سعد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000" b="0" dirty="0">
                          <a:solidFill>
                            <a:schemeClr val="bg1"/>
                          </a:solidFill>
                        </a:rPr>
                        <a:t>حسن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1" kern="1200" dirty="0">
                          <a:solidFill>
                            <a:schemeClr val="accent4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سعد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badi" panose="020F0502020204030204" pitchFamily="34" charset="0"/>
                          <a:ea typeface="Microsoft Sans Serif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badi" panose="020F0502020204030204" pitchFamily="34" charset="0"/>
                        <a:ea typeface="Microsoft Sans Serif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711188"/>
                  </a:ext>
                </a:extLst>
              </a:tr>
              <a:tr h="242886">
                <a:tc rowSpan="4">
                  <a:txBody>
                    <a:bodyPr/>
                    <a:lstStyle/>
                    <a:p>
                      <a:pPr algn="ctr" rtl="1"/>
                      <a:r>
                        <a:rPr lang="ar-SA" sz="11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الخميس</a:t>
                      </a:r>
                    </a:p>
                    <a:p>
                      <a:pPr algn="ctr" rtl="1"/>
                      <a:r>
                        <a:rPr lang="ar-SA" sz="11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5-7-1447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0" kern="1200" dirty="0">
                          <a:solidFill>
                            <a:srgbClr val="FF000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ظافر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000" b="0" kern="1200">
                          <a:solidFill>
                            <a:srgbClr val="FF000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سريع</a:t>
                      </a:r>
                      <a:endParaRPr lang="ar-SA" sz="100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000" b="1" dirty="0">
                          <a:solidFill>
                            <a:srgbClr val="FF0000"/>
                          </a:solidFill>
                        </a:rPr>
                        <a:t>محمد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0" kern="1200" dirty="0">
                          <a:solidFill>
                            <a:schemeClr val="bg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حسن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r-SA" sz="1000" dirty="0">
                          <a:solidFill>
                            <a:srgbClr val="FF0000"/>
                          </a:solidFill>
                        </a:rPr>
                        <a:t>عبدالعزيز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000" dirty="0">
                          <a:solidFill>
                            <a:schemeClr val="bg1"/>
                          </a:solidFill>
                        </a:rPr>
                        <a:t>عامر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سريع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badi" panose="020F0502020204030204" pitchFamily="34" charset="0"/>
                          <a:ea typeface="Microsoft Sans Serif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badi" panose="020F0502020204030204" pitchFamily="34" charset="0"/>
                        <a:ea typeface="Microsoft Sans Serif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75960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0" kern="1200" dirty="0">
                          <a:solidFill>
                            <a:schemeClr val="bg1"/>
                          </a:solidFill>
                          <a:highlight>
                            <a:srgbClr val="00FFFF"/>
                          </a:highlight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صالح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000" b="0" kern="1200">
                          <a:solidFill>
                            <a:schemeClr val="bg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مراقب2</a:t>
                      </a:r>
                      <a:endParaRPr lang="ar-SA" sz="100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SA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r-SA" sz="1000" dirty="0">
                          <a:solidFill>
                            <a:schemeClr val="bg1"/>
                          </a:solidFill>
                        </a:rPr>
                        <a:t>حسين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مراقب 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ظافر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badi" panose="020F0502020204030204" pitchFamily="34" charset="0"/>
                          <a:ea typeface="Microsoft Sans Serif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185351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algn="ctr" rtl="1"/>
                      <a:endParaRPr lang="ar-SA" sz="1100" b="1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rgbClr val="FF0000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SA" sz="10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SA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kern="1200" dirty="0">
                          <a:solidFill>
                            <a:schemeClr val="bg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مراقب 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kern="1200" dirty="0">
                        <a:solidFill>
                          <a:schemeClr val="bg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1" kern="1200" dirty="0">
                          <a:solidFill>
                            <a:schemeClr val="accent4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عامر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badi" panose="020F0502020204030204" pitchFamily="34" charset="0"/>
                          <a:ea typeface="Microsoft Sans Serif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badi" panose="020F0502020204030204" pitchFamily="34" charset="0"/>
                        <a:ea typeface="Microsoft Sans Serif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911734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rgbClr val="FF0000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SA" sz="10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SA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kern="1200" dirty="0">
                        <a:solidFill>
                          <a:schemeClr val="bg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1" kern="1200" dirty="0">
                          <a:solidFill>
                            <a:schemeClr val="accent4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محمد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badi" panose="020F0502020204030204" pitchFamily="34" charset="0"/>
                          <a:ea typeface="Microsoft Sans Serif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badi" panose="020F0502020204030204" pitchFamily="34" charset="0"/>
                        <a:ea typeface="Microsoft Sans Serif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669347"/>
                  </a:ext>
                </a:extLst>
              </a:tr>
              <a:tr h="242886">
                <a:tc rowSpan="4">
                  <a:txBody>
                    <a:bodyPr/>
                    <a:lstStyle/>
                    <a:p>
                      <a:pPr algn="ctr" rtl="1"/>
                      <a:r>
                        <a:rPr lang="ar-SA" sz="11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الأحد</a:t>
                      </a:r>
                    </a:p>
                    <a:p>
                      <a:pPr algn="ctr" rtl="1"/>
                      <a:r>
                        <a:rPr lang="ar-SA" sz="11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8-7-1447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rgbClr val="FF0000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bg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rgbClr val="C00000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0" kern="1200" dirty="0">
                          <a:solidFill>
                            <a:srgbClr val="FF000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عامر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ظافر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1" u="sng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1" kern="1200" dirty="0">
                          <a:solidFill>
                            <a:schemeClr val="accent4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صالح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badi" panose="020F0502020204030204" pitchFamily="34" charset="0"/>
                          <a:ea typeface="Microsoft Sans Serif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badi" panose="020F0502020204030204" pitchFamily="34" charset="0"/>
                        <a:ea typeface="Microsoft Sans Serif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84498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rtl="1"/>
                      <a:endParaRPr lang="ar-SA" sz="1600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0" kern="1200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صالح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000" b="0" dirty="0">
                          <a:solidFill>
                            <a:schemeClr val="bg1"/>
                          </a:solidFill>
                        </a:rPr>
                        <a:t>حسن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1" kern="1200" dirty="0">
                          <a:solidFill>
                            <a:schemeClr val="accent4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j-cs"/>
                        </a:rPr>
                        <a:t>حسن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badi" panose="020F0502020204030204" pitchFamily="34" charset="0"/>
                          <a:ea typeface="Microsoft Sans Serif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badi" panose="020F0502020204030204" pitchFamily="34" charset="0"/>
                        <a:ea typeface="Microsoft Sans Serif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251050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rtl="1"/>
                      <a:endParaRPr lang="ar-SA" sz="1600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bg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bg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r-SA" sz="1000" dirty="0">
                          <a:solidFill>
                            <a:schemeClr val="bg1"/>
                          </a:solidFill>
                        </a:rPr>
                        <a:t>مراقب2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SA" sz="10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000" dirty="0"/>
                        <a:t>مراقب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badi" panose="020F0502020204030204" pitchFamily="34" charset="0"/>
                          <a:ea typeface="Microsoft Sans Serif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badi" panose="020F0502020204030204" pitchFamily="34" charset="0"/>
                        <a:ea typeface="Microsoft Sans Serif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55554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algn="ctr" rtl="1"/>
                      <a:endParaRPr lang="ar-SA" sz="1050" b="1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bg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bg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lang="ar-SA" sz="10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SA" sz="10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1" u="sng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000" dirty="0"/>
                        <a:t>مراقب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badi" panose="020F0502020204030204" pitchFamily="34" charset="0"/>
                          <a:ea typeface="Microsoft Sans Serif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016008"/>
                  </a:ext>
                </a:extLst>
              </a:tr>
              <a:tr h="242886">
                <a:tc rowSpan="8">
                  <a:txBody>
                    <a:bodyPr/>
                    <a:lstStyle/>
                    <a:p>
                      <a:pPr algn="ctr" rtl="1"/>
                      <a:r>
                        <a:rPr lang="ar-SA" sz="1100" b="1" dirty="0">
                          <a:latin typeface="Cairo" panose="00000500000000000000" pitchFamily="2" charset="-78"/>
                          <a:cs typeface="Cairo" panose="00000500000000000000" pitchFamily="2" charset="-78"/>
                        </a:rPr>
                        <a:t>الثلاثاء</a:t>
                      </a:r>
                    </a:p>
                    <a:p>
                      <a:pPr algn="ctr" rtl="1"/>
                      <a:r>
                        <a:rPr kumimoji="0" lang="ar-SA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iro" panose="00000500000000000000" pitchFamily="2" charset="-78"/>
                          <a:ea typeface="+mn-ea"/>
                          <a:cs typeface="Cairo" panose="00000500000000000000" pitchFamily="2" charset="-78"/>
                        </a:rPr>
                        <a:t>10-7-1447</a:t>
                      </a:r>
                      <a:endParaRPr lang="ar-SA" sz="1100" b="1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dirty="0">
                          <a:solidFill>
                            <a:srgbClr val="FF0000"/>
                          </a:solidFill>
                        </a:rPr>
                        <a:t>صالح 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dirty="0">
                          <a:solidFill>
                            <a:srgbClr val="FF0000"/>
                          </a:solidFill>
                        </a:rPr>
                        <a:t>سعد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rgbClr val="FF0000"/>
                          </a:solidFill>
                        </a:rPr>
                        <a:t>حسن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noProof="0" dirty="0">
                          <a:solidFill>
                            <a:srgbClr val="FF0000"/>
                          </a:solidFill>
                        </a:rPr>
                        <a:t>حسن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j-cs"/>
                        </a:rPr>
                        <a:t>محمد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noProof="0" dirty="0">
                          <a:solidFill>
                            <a:srgbClr val="FF0000"/>
                          </a:solidFill>
                        </a:rPr>
                        <a:t>سعد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rgbClr val="FFC000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552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rtl="1"/>
                      <a:endParaRPr lang="ar-SA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/>
                      <a:endParaRPr lang="ar-SA" sz="10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/>
                      <a:r>
                        <a:rPr lang="ar-SA" sz="1000" dirty="0">
                          <a:solidFill>
                            <a:schemeClr val="bg1"/>
                          </a:solidFill>
                        </a:rPr>
                        <a:t>ظافر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noProof="0" dirty="0">
                          <a:solidFill>
                            <a:schemeClr val="bg1"/>
                          </a:solidFill>
                        </a:rPr>
                        <a:t>عامر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748203"/>
                  </a:ext>
                </a:extLst>
              </a:tr>
              <a:tr h="172044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chemeClr val="bg1"/>
                          </a:solidFill>
                        </a:rPr>
                        <a:t>محمد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chemeClr val="bg1"/>
                          </a:solidFill>
                        </a:rPr>
                        <a:t>ظافر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chemeClr val="bg1"/>
                          </a:solidFill>
                        </a:rPr>
                        <a:t>عامر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5241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rtl="1"/>
                      <a:endParaRPr lang="ar-SA" sz="10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/>
                      <a:endParaRPr lang="ar-SA" sz="10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/>
                      <a:r>
                        <a:rPr lang="ar-SA" sz="1000" dirty="0">
                          <a:solidFill>
                            <a:schemeClr val="bg1"/>
                          </a:solidFill>
                          <a:highlight>
                            <a:srgbClr val="800000"/>
                          </a:highlight>
                        </a:rPr>
                        <a:t>مراقب 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noProof="0" dirty="0">
                          <a:solidFill>
                            <a:schemeClr val="bg1"/>
                          </a:solidFill>
                        </a:rPr>
                        <a:t>حسين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717131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algn="ctr" rtl="1"/>
                      <a:endParaRPr lang="ar-SA" sz="1050" b="1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---------------</a:t>
                      </a:r>
                    </a:p>
                  </a:txBody>
                  <a:tcPr anchor="ctr"/>
                </a:tc>
                <a:tc gridSpan="2"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---------------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559849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chemeClr val="bg1"/>
                          </a:solidFill>
                        </a:rPr>
                        <a:t>سريع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chemeClr val="bg1"/>
                          </a:solidFill>
                        </a:rPr>
                        <a:t>عبدالعزيز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dirty="0">
                          <a:solidFill>
                            <a:schemeClr val="bg1"/>
                          </a:solidFill>
                        </a:rPr>
                        <a:t>حسين</a:t>
                      </a:r>
                      <a:endParaRPr lang="ar-SA" sz="1000" b="0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noProof="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noProof="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54521194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algn="ctr" rtl="1"/>
                      <a:endParaRPr lang="ar-SA" sz="1050" b="1" dirty="0">
                        <a:latin typeface="Cairo" panose="00000500000000000000" pitchFamily="2" charset="-78"/>
                        <a:cs typeface="Cairo" panose="00000500000000000000" pitchFamily="2" charset="-78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rgbClr val="FF0000"/>
                          </a:solidFill>
                        </a:rPr>
                        <a:t>سريع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chemeClr val="bg1"/>
                          </a:solidFill>
                        </a:rPr>
                        <a:t>عبدالعزيز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1"/>
                      <a:r>
                        <a:rPr lang="ar-SA" sz="1000" b="0" dirty="0">
                          <a:solidFill>
                            <a:schemeClr val="bg1"/>
                          </a:solidFill>
                        </a:rPr>
                        <a:t>حسين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bg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noProof="0" dirty="0">
                          <a:solidFill>
                            <a:schemeClr val="bg1"/>
                          </a:solidFill>
                        </a:rPr>
                        <a:t>صالح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noProof="0" dirty="0">
                          <a:solidFill>
                            <a:schemeClr val="bg1"/>
                          </a:solidFill>
                        </a:rPr>
                        <a:t>سريع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kern="1200" dirty="0">
                          <a:solidFill>
                            <a:schemeClr val="bg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مراقب 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j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187545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ar-SA" sz="1000" b="0" dirty="0">
                          <a:solidFill>
                            <a:schemeClr val="bg1"/>
                          </a:solidFill>
                        </a:rPr>
                        <a:t>مراقب 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dirty="0">
                          <a:solidFill>
                            <a:schemeClr val="bg1"/>
                          </a:solidFill>
                        </a:rPr>
                        <a:t>مراقب2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SA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noProof="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902235"/>
                  </a:ext>
                </a:extLst>
              </a:tr>
              <a:tr h="242886">
                <a:tc rowSpan="2">
                  <a:txBody>
                    <a:bodyPr/>
                    <a:lstStyle/>
                    <a:p>
                      <a:pPr algn="ctr" rtl="1"/>
                      <a:r>
                        <a:rPr lang="ar-SA" sz="1100" b="1" dirty="0">
                          <a:cs typeface="Cairo" panose="00000500000000000000" pitchFamily="2" charset="-78"/>
                        </a:rPr>
                        <a:t>الخميس  </a:t>
                      </a:r>
                    </a:p>
                    <a:p>
                      <a:pPr algn="ctr" rtl="1"/>
                      <a:r>
                        <a:rPr lang="ar-SA" sz="1100" b="1" dirty="0">
                          <a:cs typeface="Cairo" panose="00000500000000000000" pitchFamily="2" charset="-78"/>
                        </a:rPr>
                        <a:t>12-7-1447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/>
                      <a:endParaRPr lang="ar-SA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SA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rgbClr val="FF0000"/>
                          </a:solidFill>
                        </a:rPr>
                        <a:t>حسين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chemeClr val="bg1"/>
                          </a:solidFill>
                        </a:rPr>
                        <a:t>عامر</a:t>
                      </a:r>
                      <a:r>
                        <a:rPr lang="ar-SA" sz="1000" b="0" noProof="0" dirty="0">
                          <a:solidFill>
                            <a:srgbClr val="C00000"/>
                          </a:solidFill>
                        </a:rPr>
                        <a:t> 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chemeClr val="bg1"/>
                          </a:solidFill>
                          <a:highlight>
                            <a:srgbClr val="00FF00"/>
                          </a:highlight>
                        </a:rPr>
                        <a:t>محمد</a:t>
                      </a:r>
                      <a:endParaRPr lang="ar-SA" sz="1000" b="1" dirty="0">
                        <a:solidFill>
                          <a:schemeClr val="bg1"/>
                        </a:solidFill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566509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/>
                      <a:endParaRPr lang="ar-SA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SA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9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bg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chemeClr val="bg1"/>
                          </a:solidFill>
                          <a:highlight>
                            <a:srgbClr val="808080"/>
                          </a:highlight>
                        </a:rPr>
                        <a:t>سعد</a:t>
                      </a:r>
                      <a:endParaRPr lang="ar-SA" sz="1000" b="0" noProof="0" dirty="0">
                        <a:solidFill>
                          <a:schemeClr val="tx1"/>
                        </a:solidFill>
                        <a:highlight>
                          <a:srgbClr val="808080"/>
                        </a:highlight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chemeClr val="bg1"/>
                          </a:solidFill>
                        </a:rPr>
                        <a:t>مراقب 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noProof="0" dirty="0">
                          <a:solidFill>
                            <a:schemeClr val="bg1"/>
                          </a:solidFill>
                          <a:highlight>
                            <a:srgbClr val="800000"/>
                          </a:highlight>
                        </a:rPr>
                        <a:t>عبدالعزيز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380882"/>
                  </a:ext>
                </a:extLst>
              </a:tr>
              <a:tr h="242886">
                <a:tc rowSpan="2">
                  <a:txBody>
                    <a:bodyPr/>
                    <a:lstStyle/>
                    <a:p>
                      <a:pPr algn="ctr" rtl="1"/>
                      <a:r>
                        <a:rPr lang="ar-SA" sz="1100" b="1" dirty="0">
                          <a:cs typeface="Cairo" panose="00000500000000000000" pitchFamily="2" charset="-78"/>
                        </a:rPr>
                        <a:t>الاحد</a:t>
                      </a:r>
                    </a:p>
                    <a:p>
                      <a:pPr algn="ctr" rtl="1"/>
                      <a:r>
                        <a:rPr lang="ar-SA" sz="1100" b="1" dirty="0">
                          <a:cs typeface="Cairo" panose="00000500000000000000" pitchFamily="2" charset="-78"/>
                        </a:rPr>
                        <a:t>15-7-1447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سريع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ar-SA" sz="1000" b="0" dirty="0">
                          <a:solidFill>
                            <a:schemeClr val="bg1"/>
                          </a:solidFill>
                          <a:highlight>
                            <a:srgbClr val="00FFFF"/>
                          </a:highlight>
                        </a:rPr>
                        <a:t>مراقب 1</a:t>
                      </a:r>
                      <a:r>
                        <a:rPr lang="ar-SA" sz="1000" b="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000" b="0" dirty="0">
                          <a:solidFill>
                            <a:schemeClr val="bg1"/>
                          </a:solidFill>
                          <a:highlight>
                            <a:srgbClr val="00FF00"/>
                          </a:highlight>
                        </a:rPr>
                        <a:t>عبدالعزيز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88315"/>
                  </a:ext>
                </a:extLst>
              </a:tr>
              <a:tr h="242886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+mn-cs"/>
                        </a:rPr>
                        <a:t>سعد 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/>
                      <a:endParaRPr lang="ar-SA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SA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0" kern="1200" dirty="0">
                        <a:solidFill>
                          <a:schemeClr val="dk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745919"/>
                  </a:ext>
                </a:extLst>
              </a:tr>
            </a:tbl>
          </a:graphicData>
        </a:graphic>
      </p:graphicFrame>
      <p:grpSp>
        <p:nvGrpSpPr>
          <p:cNvPr id="9" name="مجموعة 8">
            <a:extLst>
              <a:ext uri="{FF2B5EF4-FFF2-40B4-BE49-F238E27FC236}">
                <a16:creationId xmlns:a16="http://schemas.microsoft.com/office/drawing/2014/main" id="{D3AA8D11-51E9-3842-F22A-9BD7265951CC}"/>
              </a:ext>
            </a:extLst>
          </p:cNvPr>
          <p:cNvGrpSpPr/>
          <p:nvPr/>
        </p:nvGrpSpPr>
        <p:grpSpPr>
          <a:xfrm>
            <a:off x="222538" y="6330262"/>
            <a:ext cx="11216124" cy="461665"/>
            <a:chOff x="222538" y="6411739"/>
            <a:chExt cx="11216124" cy="461665"/>
          </a:xfrm>
        </p:grpSpPr>
        <p:sp>
          <p:nvSpPr>
            <p:cNvPr id="6" name="مربع نص 5">
              <a:extLst>
                <a:ext uri="{FF2B5EF4-FFF2-40B4-BE49-F238E27FC236}">
                  <a16:creationId xmlns:a16="http://schemas.microsoft.com/office/drawing/2014/main" id="{EB5FE109-0D45-45C6-52C7-1EDC7044B2BB}"/>
                </a:ext>
              </a:extLst>
            </p:cNvPr>
            <p:cNvSpPr txBox="1"/>
            <p:nvPr/>
          </p:nvSpPr>
          <p:spPr>
            <a:xfrm>
              <a:off x="222538" y="6467776"/>
              <a:ext cx="2606566" cy="21544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SA" sz="800" b="1" dirty="0">
                  <a:latin typeface="Cairo" panose="00000500000000000000" pitchFamily="2" charset="-78"/>
                  <a:cs typeface="Cairo" panose="00000500000000000000" pitchFamily="2" charset="-78"/>
                </a:rPr>
                <a:t>24-05-1447</a:t>
              </a:r>
            </a:p>
          </p:txBody>
        </p:sp>
        <p:sp>
          <p:nvSpPr>
            <p:cNvPr id="7" name="مربع نص 6">
              <a:extLst>
                <a:ext uri="{FF2B5EF4-FFF2-40B4-BE49-F238E27FC236}">
                  <a16:creationId xmlns:a16="http://schemas.microsoft.com/office/drawing/2014/main" id="{B57699D1-68E6-18E2-248E-754E6E3DF65B}"/>
                </a:ext>
              </a:extLst>
            </p:cNvPr>
            <p:cNvSpPr txBox="1"/>
            <p:nvPr/>
          </p:nvSpPr>
          <p:spPr>
            <a:xfrm>
              <a:off x="8832096" y="6440403"/>
              <a:ext cx="2606566" cy="2769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SA" sz="1200" dirty="0">
                  <a:latin typeface="Cairo" panose="00000500000000000000" pitchFamily="2" charset="-78"/>
                  <a:cs typeface="Cairo" panose="00000500000000000000" pitchFamily="2" charset="-78"/>
                </a:rPr>
                <a:t>لجنة الجداول بالقسم</a:t>
              </a:r>
            </a:p>
          </p:txBody>
        </p:sp>
        <p:sp>
          <p:nvSpPr>
            <p:cNvPr id="8" name="مربع نص 7">
              <a:extLst>
                <a:ext uri="{FF2B5EF4-FFF2-40B4-BE49-F238E27FC236}">
                  <a16:creationId xmlns:a16="http://schemas.microsoft.com/office/drawing/2014/main" id="{4571239F-FC42-9683-977D-21C895D01816}"/>
                </a:ext>
              </a:extLst>
            </p:cNvPr>
            <p:cNvSpPr txBox="1"/>
            <p:nvPr/>
          </p:nvSpPr>
          <p:spPr>
            <a:xfrm>
              <a:off x="4222363" y="6411739"/>
              <a:ext cx="2606566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SA" sz="1200" dirty="0">
                  <a:latin typeface="Cairo" panose="00000500000000000000" pitchFamily="2" charset="-78"/>
                  <a:cs typeface="Cairo" panose="00000500000000000000" pitchFamily="2" charset="-78"/>
                </a:rPr>
                <a:t>رئيس القسم</a:t>
              </a:r>
            </a:p>
            <a:p>
              <a:pPr algn="ctr"/>
              <a:r>
                <a:rPr lang="ar-SA" sz="1200" dirty="0">
                  <a:latin typeface="Cairo" panose="00000500000000000000" pitchFamily="2" charset="-78"/>
                  <a:cs typeface="Cairo" panose="00000500000000000000" pitchFamily="2" charset="-78"/>
                </a:rPr>
                <a:t>مسفر سعيد ال شايع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783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8"/>
    </mc:Choice>
    <mc:Fallback xmlns="">
      <p:transition spd="slow" advTm="1988"/>
    </mc:Fallback>
  </mc:AlternateContent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224</TotalTime>
  <Words>395</Words>
  <Application>Microsoft Office PowerPoint</Application>
  <PresentationFormat>شاشة عريضة</PresentationFormat>
  <Paragraphs>234</Paragraphs>
  <Slides>2</Slides>
  <Notes>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9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</vt:i4>
      </vt:variant>
    </vt:vector>
  </HeadingPairs>
  <TitlesOfParts>
    <vt:vector size="12" baseType="lpstr">
      <vt:lpstr>Abadi</vt:lpstr>
      <vt:lpstr>Aptos</vt:lpstr>
      <vt:lpstr>Aptos Display</vt:lpstr>
      <vt:lpstr>Arial</vt:lpstr>
      <vt:lpstr>Cairo</vt:lpstr>
      <vt:lpstr>Calibri</vt:lpstr>
      <vt:lpstr>microsoft sans serif</vt:lpstr>
      <vt:lpstr>microsoft sans serif</vt:lpstr>
      <vt:lpstr>Times New Roman</vt:lpstr>
      <vt:lpstr>نسق Office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مسفر سعيد القحطاني</dc:creator>
  <cp:lastModifiedBy>مسفر سعيد القحطاني</cp:lastModifiedBy>
  <cp:revision>2</cp:revision>
  <dcterms:created xsi:type="dcterms:W3CDTF">2025-11-30T10:25:46Z</dcterms:created>
  <dcterms:modified xsi:type="dcterms:W3CDTF">2025-12-01T13:56:49Z</dcterms:modified>
</cp:coreProperties>
</file>